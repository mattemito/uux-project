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— Prenotazione di una visita specialistica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HPHP — Team Affordance — Fase C, Documento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di riferimento: Giuseppina "Pina" Ferretti (protagonista) — flusso di prenotazione di una visita di controllo ricorrente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solidFill>
            <a:srgbClr val="FDE9C8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097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evidence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Ciò che l'utente vede/tocca fisicamente durante l'azione (schermata, notifica, promemoria cartaceo)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solidFill>
            <a:srgbClr val="D9EAD3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6916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Azioni compiute direttamente dall'utente (Pina)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solidFill>
            <a:srgbClr val="D4E4F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Frontstage actions (sistema/interfaccia)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Ciò che il sistema mostra e fa in risposta, visibile all'utente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solidFill>
            <a:srgbClr val="E8D9F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Backstage actions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8803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Elaborazioni del sistema non visibili all'utente (autenticazione, verifica disponibilità, invio dati)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processes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4747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 di supporto interni all'organizzazione (sistemi AUSL, anagrafica sanitaria, infrastruttura SPID)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 di interazione — separa le azioni dell'utente da ciò che è responsabilità del sistema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 di visibilità — separa ciò che l'utente può vedere da ciò che avviene 'dietro le quinte'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— Prenotazione di una visita di controllo (persona: Pina)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240280" y="731520"/>
            <a:ext cx="1580388" cy="5029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Text 2"/>
          <p:cNvSpPr/>
          <p:nvPr/>
        </p:nvSpPr>
        <p:spPr>
          <a:xfrm>
            <a:off x="2240280" y="731520"/>
            <a:ext cx="15803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Apre l'app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93820" y="731520"/>
            <a:ext cx="1580388" cy="5029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3893820" y="731520"/>
            <a:ext cx="15803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Sceglie 'Prenota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visita'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47360" y="731520"/>
            <a:ext cx="1580388" cy="5029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5547360" y="731520"/>
            <a:ext cx="15803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Conferma identità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(livello leggero)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00900" y="731520"/>
            <a:ext cx="1580388" cy="5029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7200900" y="731520"/>
            <a:ext cx="15803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Seleziona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ora disponibili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54440" y="731520"/>
            <a:ext cx="1580388" cy="5029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8854440" y="731520"/>
            <a:ext cx="15803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Conferma la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prenotazione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507980" y="731520"/>
            <a:ext cx="1580388" cy="5029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4" name="Text 12"/>
          <p:cNvSpPr/>
          <p:nvPr/>
        </p:nvSpPr>
        <p:spPr>
          <a:xfrm>
            <a:off x="10507980" y="731520"/>
            <a:ext cx="15803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Riceve promemoria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conferma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325880"/>
            <a:ext cx="1801368" cy="777240"/>
          </a:xfrm>
          <a:prstGeom prst="rect">
            <a:avLst/>
          </a:prstGeom>
          <a:solidFill>
            <a:srgbClr val="FDE9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325880"/>
            <a:ext cx="1801368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1325880"/>
            <a:ext cx="1580388" cy="777240"/>
          </a:xfrm>
          <a:prstGeom prst="rect">
            <a:avLst/>
          </a:prstGeom>
          <a:solidFill>
            <a:srgbClr val="FDE9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132588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Icona app sulla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del telefono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93820" y="1325880"/>
            <a:ext cx="1580388" cy="777240"/>
          </a:xfrm>
          <a:prstGeom prst="rect">
            <a:avLst/>
          </a:prstGeom>
          <a:solidFill>
            <a:srgbClr val="FDE9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3820" y="132588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Schermata con 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voci di primo livello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47360" y="1325880"/>
            <a:ext cx="1580388" cy="777240"/>
          </a:xfrm>
          <a:prstGeom prst="rect">
            <a:avLst/>
          </a:prstGeom>
          <a:solidFill>
            <a:srgbClr val="FDE9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7360" y="132588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Richiesta di codice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SMS (no SPID)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00900" y="1325880"/>
            <a:ext cx="1580388" cy="777240"/>
          </a:xfrm>
          <a:prstGeom prst="rect">
            <a:avLst/>
          </a:prstGeom>
          <a:solidFill>
            <a:srgbClr val="FDE9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0900" y="132588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con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disponibili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854440" y="1325880"/>
            <a:ext cx="1580388" cy="777240"/>
          </a:xfrm>
          <a:prstGeom prst="rect">
            <a:avLst/>
          </a:prstGeom>
          <a:solidFill>
            <a:srgbClr val="FDE9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4440" y="132588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Schermata di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riepilogo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507980" y="1325880"/>
            <a:ext cx="1580388" cy="777240"/>
          </a:xfrm>
          <a:prstGeom prst="rect">
            <a:avLst/>
          </a:prstGeom>
          <a:solidFill>
            <a:srgbClr val="FDE9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07980" y="132588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 push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promemoria in app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194560"/>
            <a:ext cx="1801368" cy="777240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194560"/>
            <a:ext cx="1801368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40280" y="2194560"/>
            <a:ext cx="1580388" cy="777240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219456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Tocca l'icona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dell'app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93820" y="2194560"/>
            <a:ext cx="1580388" cy="777240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93820" y="219456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Tocca 'Prenota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visita'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47360" y="2194560"/>
            <a:ext cx="1580388" cy="777240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47360" y="219456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Inserisce il codice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ricevuto via SMS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00900" y="2194560"/>
            <a:ext cx="1580388" cy="777240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00900" y="219456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Sceglie il giorno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più comodo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854440" y="2194560"/>
            <a:ext cx="1580388" cy="777240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54440" y="219456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Tocca 'Conferma'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507980" y="2194560"/>
            <a:ext cx="1580388" cy="777240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07980" y="219456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Legge la notifica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conferma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3063240"/>
            <a:ext cx="1143000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365760" y="29992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 di interazione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246120"/>
            <a:ext cx="1801368" cy="777240"/>
          </a:xfrm>
          <a:prstGeom prst="rect">
            <a:avLst/>
          </a:prstGeom>
          <a:solidFill>
            <a:srgbClr val="D4E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246120"/>
            <a:ext cx="1801368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Frontstage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(sistema)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40280" y="3246120"/>
            <a:ext cx="1580388" cy="777240"/>
          </a:xfrm>
          <a:prstGeom prst="rect">
            <a:avLst/>
          </a:prstGeom>
          <a:solidFill>
            <a:srgbClr val="D4E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40280" y="324612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la home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prossimo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appuntamento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893820" y="3246120"/>
            <a:ext cx="1580388" cy="777240"/>
          </a:xfrm>
          <a:prstGeom prst="rect">
            <a:avLst/>
          </a:prstGeom>
          <a:solidFill>
            <a:srgbClr val="D4E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93820" y="324612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le prestazioni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ricorrenti in cima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547360" y="3246120"/>
            <a:ext cx="1580388" cy="777240"/>
          </a:xfrm>
          <a:prstGeom prst="rect">
            <a:avLst/>
          </a:prstGeom>
          <a:solidFill>
            <a:srgbClr val="D4E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47360" y="324612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Invia SMS con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codice temporaneo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200900" y="3246120"/>
            <a:ext cx="1580388" cy="777240"/>
          </a:xfrm>
          <a:prstGeom prst="rect">
            <a:avLst/>
          </a:prstGeom>
          <a:solidFill>
            <a:srgbClr val="D4E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00900" y="324612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solo gli slot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 con la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patologia cronica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854440" y="3246120"/>
            <a:ext cx="1580388" cy="777240"/>
          </a:xfrm>
          <a:prstGeom prst="rect">
            <a:avLst/>
          </a:prstGeom>
          <a:solidFill>
            <a:srgbClr val="D4E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54440" y="324612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riepilogo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chiaro con icona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507980" y="3246120"/>
            <a:ext cx="1580388" cy="777240"/>
          </a:xfrm>
          <a:prstGeom prst="rect">
            <a:avLst/>
          </a:prstGeom>
          <a:solidFill>
            <a:srgbClr val="D4E4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507980" y="3246120"/>
            <a:ext cx="15803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conferma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aggiunge 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" y="4206240"/>
            <a:ext cx="11430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365760" y="41422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 di visibilità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5760" y="4343400"/>
            <a:ext cx="1801368" cy="640080"/>
          </a:xfrm>
          <a:prstGeom prst="rect">
            <a:avLst/>
          </a:prstGeom>
          <a:solidFill>
            <a:srgbClr val="E8D9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343400"/>
            <a:ext cx="180136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Backstage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(sistema)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240280" y="4343400"/>
            <a:ext cx="1580388" cy="640080"/>
          </a:xfrm>
          <a:prstGeom prst="rect">
            <a:avLst/>
          </a:prstGeom>
          <a:solidFill>
            <a:srgbClr val="E8D9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40280" y="4343400"/>
            <a:ext cx="15803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Carica storico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prenotazioni utente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893820" y="4343400"/>
            <a:ext cx="1580388" cy="640080"/>
          </a:xfrm>
          <a:prstGeom prst="rect">
            <a:avLst/>
          </a:prstGeom>
          <a:solidFill>
            <a:srgbClr val="E8D9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93820" y="4343400"/>
            <a:ext cx="15803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i servizi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al profilo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clinico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547360" y="4343400"/>
            <a:ext cx="1580388" cy="640080"/>
          </a:xfrm>
          <a:prstGeom prst="rect">
            <a:avLst/>
          </a:prstGeom>
          <a:solidFill>
            <a:srgbClr val="E8D9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47360" y="4343400"/>
            <a:ext cx="15803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identità 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livello 'leggero'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200900" y="4343400"/>
            <a:ext cx="1580388" cy="640080"/>
          </a:xfrm>
          <a:prstGeom prst="rect">
            <a:avLst/>
          </a:prstGeom>
          <a:solidFill>
            <a:srgbClr val="E8D9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00900" y="4343400"/>
            <a:ext cx="15803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 disponibilità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presso l'AUSL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854440" y="4343400"/>
            <a:ext cx="1580388" cy="640080"/>
          </a:xfrm>
          <a:prstGeom prst="rect">
            <a:avLst/>
          </a:prstGeom>
          <a:solidFill>
            <a:srgbClr val="E8D9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54440" y="4343400"/>
            <a:ext cx="15803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la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prenotazione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0507980" y="4343400"/>
            <a:ext cx="1580388" cy="640080"/>
          </a:xfrm>
          <a:prstGeom prst="rect">
            <a:avLst/>
          </a:prstGeom>
          <a:solidFill>
            <a:srgbClr val="E8D9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07980" y="4343400"/>
            <a:ext cx="15803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Pianifica il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promemoria e notifica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caregiver collegato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65760" y="5074920"/>
            <a:ext cx="1801368" cy="640080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" y="5074920"/>
            <a:ext cx="180136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240280" y="5074920"/>
            <a:ext cx="1580388" cy="640080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40280" y="5074920"/>
            <a:ext cx="15803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Anagrafica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sanitaria regionale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893820" y="5074920"/>
            <a:ext cx="1580388" cy="640080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893820" y="5074920"/>
            <a:ext cx="15803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Fascicolo Sanitario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Elettronico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547360" y="5074920"/>
            <a:ext cx="1580388" cy="640080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47360" y="5074920"/>
            <a:ext cx="15803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Infrastruttura SPID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SMS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200900" y="5074920"/>
            <a:ext cx="1580388" cy="640080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00900" y="5074920"/>
            <a:ext cx="15803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agende AUSL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854440" y="5074920"/>
            <a:ext cx="1580388" cy="640080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54440" y="5074920"/>
            <a:ext cx="15803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prenotazione CUP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10507980" y="5074920"/>
            <a:ext cx="1580388" cy="640080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507980" y="5074920"/>
            <a:ext cx="1580388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Servizio notifiche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caregiver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2026-08-06T11:59:49Z</dcterms:created>
  <dcterms:modified xsi:type="dcterms:W3CDTF">2026-08-06T11:59:49Z</dcterms:modified>
</cp:coreProperties>
</file>