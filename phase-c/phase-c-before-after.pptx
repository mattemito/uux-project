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A6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/ After — CUPweb vs Redesign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918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HPHP — Team Affordance — Fase C, Documento 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3840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lato 'Prima' è una ricostruzione schematica della struttura reale di CUPweb (basata sull'assessment di Fase A), non uno screenshot: evitiamo così di riprodurre l'interfaccia protetta del cliente, pur restando fedeli ai problemi realmente riscontrati.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6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Confronto #1 — Punto di ingresso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120640" cy="3657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— CUPweb attuale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914400"/>
            <a:ext cx="5120640" cy="365760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914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DOPO — Proposta redesign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28016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08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CUPweb — homepage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4754880" cy="4572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874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Disdici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83280" y="1874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dominio esterno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40080" y="2423160"/>
            <a:ext cx="4754880" cy="4572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4231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Prenota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83280" y="2423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dominio esterno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" y="2971800"/>
            <a:ext cx="4754880" cy="4572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9718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83280" y="2971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dominio esterno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0080" y="3520440"/>
            <a:ext cx="4754880" cy="4572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5204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Informazioni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83280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dominio esterno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" y="42519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link testuali equivalenti, ciascuno verso un sotto-dominio diverso (cupweb.it, pagonlinesanita.it, fascicolo-sanitario.it). Nessuna gerarchia, nessun elemento visivo.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75120" y="1508760"/>
            <a:ext cx="4480560" cy="822960"/>
          </a:xfrm>
          <a:prstGeom prst="roundRect">
            <a:avLst>
              <a:gd name="adj" fmla="val 8889"/>
            </a:avLst>
          </a:prstGeom>
          <a:solidFill>
            <a:srgbClr val="EAF3EC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16002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PROSSIMO APPUNTAMENTO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 diabetologica — 12 set, 10:30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75120" y="251460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3B7A57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251460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Prenota una visita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75120" y="338328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Un'unica azione primaria, ben distinta visivamente. Il prossimo appuntamento è sempre la prima cosa che si vede.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63550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Rif. criticità [ID-01]/[ID-02] Fase A — raccomandazioni [R-01]/[R-02].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6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Confronto #2 — Primo accesso a un'azione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120640" cy="3657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— CUPweb attuale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914400"/>
            <a:ext cx="5120640" cy="365760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914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DOPO — Proposta redesign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28016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08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Richiesta di login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4754880" cy="118872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0116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Accedi con SPID / CIE / CNS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[Seleziona provider SPID...]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SPID richiesto fin dal primo passo, anche solo per vedere la disponibilità di una visita. Nessuna via a bassa soglia per chi non ha SPID pronto.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0" y="15087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Conferma la tua identità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40880" y="187452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9999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8745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Codice via SMS: _  _  _  _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260604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leggera via SMS per azioni a basso rischio (consultare disponibilità). SPID richiesto solo più avanti, per confermare in via definitiva.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3550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Rif. criticità [ID-01] Fase A — persona Pina [P-01] Fase B — raccomandazione [R-01].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6D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Confronto #3 — Ruolo del caregiver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120640" cy="36576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 — CUPweb attuale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914400"/>
            <a:ext cx="5120640" cy="365760"/>
          </a:xfrm>
          <a:prstGeom prst="rect">
            <a:avLst/>
          </a:prstGeom>
          <a:solidFill>
            <a:srgbClr val="3B7A5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914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DOPO — Proposta redesign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280160"/>
            <a:ext cx="512064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08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Nessuna sezione dedicata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4754880" cy="13716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0312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familiare associato può prenotare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conto del paziente solo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accedendo con le proprie credenziali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SPID al posto di quelle del paziente.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Nessuna visibilità dedicata, nessuna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traccia esplicita di chi ha agito.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caregiver è di fatto un sostituto, non un supervisore: il paziente resta escluso dal proprio percorso di cura digitale.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75120" y="150876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EAF0FA"/>
          </a:solidFill>
          <a:ln w="12700">
            <a:solidFill>
              <a:srgbClr val="3B5B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600200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assisto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 Ferretti (madre)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Prossimo appuntamento: 12 set, 10:30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Prenotata autonomamente da Pina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675120" y="274320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Nuova sezione 'Chi assisto': il caregiver vede lo stato aggiornato, sa quando il familiare ha agito da solo, e interviene solo quando serve davvero.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63550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Rif. persona Elena [P-04]/[P-05] Fase B — requisito cumulativo [C-02] Cast card.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2026-08-06T12:03:28Z</dcterms:created>
  <dcterms:modified xsi:type="dcterms:W3CDTF">2026-08-06T12:03:28Z</dcterms:modified>
</cp:coreProperties>
</file>